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43DCBE"/>
                </a:solidFill>
                <a:latin typeface="Aptos"/>
              </a:defRPr>
            </a:pPr>
            <a:r>
              <a:t>CHALLENGE 1  |  PROMPT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Reduce prompt length without losing implementation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1155680" cy="32004"/>
          </a:xfrm>
          <a:prstGeom prst="rect">
            <a:avLst/>
          </a:prstGeom>
          <a:solidFill>
            <a:srgbClr val="43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3493008" cy="1426464"/>
          </a:xfrm>
          <a:prstGeom prst="roundRect">
            <a:avLst/>
          </a:prstGeom>
          <a:solidFill>
            <a:srgbClr val="192D45"/>
          </a:solidFill>
          <a:ln>
            <a:solidFill>
              <a:srgbClr val="64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19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B0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31272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Long, repetitive request to add CSV export to a React analytics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493008" cy="1426464"/>
          </a:xfrm>
          <a:prstGeom prst="roundRect">
            <a:avLst/>
          </a:prstGeom>
          <a:solidFill>
            <a:srgbClr val="192D45"/>
          </a:solidFill>
          <a:ln>
            <a:solidFill>
              <a:srgbClr val="43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719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DCBE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57400"/>
            <a:ext cx="31272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Remove filler; group requirements; retain project inspection, implementation, reporting and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72768"/>
            <a:ext cx="3493008" cy="1426464"/>
          </a:xfrm>
          <a:prstGeom prst="roundRect">
            <a:avLst/>
          </a:prstGeom>
          <a:solidFill>
            <a:srgbClr val="192D45"/>
          </a:solidFill>
          <a:ln>
            <a:solidFill>
              <a:srgbClr val="FFB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719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E5F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057400"/>
            <a:ext cx="31272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30.3% estimated prompt reduction with key constraints preserved.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10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DCBE"/>
                </a:solidFill>
                <a:latin typeface="Aptos"/>
              </a:defRPr>
            </a:pPr>
            <a:r>
              <a:t>ARCHITECTURE / WORKFLOW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822191"/>
            <a:ext cx="393192" cy="393192"/>
          </a:xfrm>
          <a:prstGeom prst="ellipse">
            <a:avLst/>
          </a:prstGeom>
          <a:solidFill>
            <a:srgbClr val="43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D1C30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81304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Extract constraints</a:t>
            </a:r>
          </a:p>
        </p:txBody>
      </p:sp>
      <p:sp>
        <p:nvSpPr>
          <p:cNvPr id="17" name="Oval 16"/>
          <p:cNvSpPr/>
          <p:nvPr/>
        </p:nvSpPr>
        <p:spPr>
          <a:xfrm>
            <a:off x="3447288" y="3822191"/>
            <a:ext cx="393192" cy="393192"/>
          </a:xfrm>
          <a:prstGeom prst="ellipse">
            <a:avLst/>
          </a:prstGeom>
          <a:solidFill>
            <a:srgbClr val="43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D1C30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1304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Compress &amp; structure</a:t>
            </a:r>
          </a:p>
        </p:txBody>
      </p:sp>
      <p:sp>
        <p:nvSpPr>
          <p:cNvPr id="19" name="Oval 18"/>
          <p:cNvSpPr/>
          <p:nvPr/>
        </p:nvSpPr>
        <p:spPr>
          <a:xfrm>
            <a:off x="6300216" y="3822191"/>
            <a:ext cx="393192" cy="393192"/>
          </a:xfrm>
          <a:prstGeom prst="ellipse">
            <a:avLst/>
          </a:prstGeom>
          <a:solidFill>
            <a:srgbClr val="43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D1C30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81304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Count characters ÷ 4</a:t>
            </a:r>
          </a:p>
        </p:txBody>
      </p:sp>
      <p:sp>
        <p:nvSpPr>
          <p:cNvPr id="21" name="Oval 20"/>
          <p:cNvSpPr/>
          <p:nvPr/>
        </p:nvSpPr>
        <p:spPr>
          <a:xfrm>
            <a:off x="9153144" y="3822191"/>
            <a:ext cx="393192" cy="393192"/>
          </a:xfrm>
          <a:prstGeom prst="ellipse">
            <a:avLst/>
          </a:prstGeom>
          <a:solidFill>
            <a:srgbClr val="43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D1C30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381304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t>Validate preservation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451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DCBE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65192"/>
            <a:ext cx="5349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Filtered rows • Current sort order • Visible columns only</a:t>
            </a:r>
            <a:br/>
            <a:r>
              <a:t>Visible column order • ISO 8601 dates • No new 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451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DCBE"/>
                </a:solidFill>
                <a:latin typeface="Aptos"/>
              </a:defRPr>
            </a:pPr>
            <a:r>
              <a:t>ESTIMATED 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965192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Original: 878 chars ≈ 220 tokens</a:t>
            </a:r>
            <a:br/>
            <a:r>
              <a:t>Optimized: 612 chars ≈ 153 tokens  |  Reduction: 30.30%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45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CDC"/>
                </a:solidFill>
                <a:latin typeface="Aptos"/>
              </a:defRPr>
            </a:pPr>
            <a:r>
              <a:t>Estimate uses the competition formula: characters ÷ 4. Actual model tokenizer counts may differ.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